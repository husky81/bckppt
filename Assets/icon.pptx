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888" y="12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ackground"/>
          <p:cNvSpPr/>
          <p:nvPr/>
        </p:nvSpPr>
        <p:spPr>
          <a:xfrm>
            <a:off x="2837314" y="1442387"/>
            <a:ext cx="3600000" cy="3600000"/>
          </a:xfrm>
          <a:prstGeom prst="roundRect">
            <a:avLst>
              <a:gd name="adj" fmla="val 17578"/>
            </a:avLst>
          </a:prstGeom>
          <a:gradFill>
            <a:gsLst>
              <a:gs pos="0">
                <a:srgbClr val="4BA3F5"/>
              </a:gs>
              <a:gs pos="100000">
                <a:srgbClr val="2178E8"/>
              </a:gs>
            </a:gsLst>
            <a:lin ang="5400000" scaled="1"/>
          </a:gradFill>
          <a:ln>
            <a:noFill/>
          </a:ln>
        </p:spPr>
      </p:sp>
      <p:pic>
        <p:nvPicPr>
          <p:cNvPr id="5" name="그래픽 4">
            <a:extLst>
              <a:ext uri="{FF2B5EF4-FFF2-40B4-BE49-F238E27FC236}">
                <a16:creationId xmlns:a16="http://schemas.microsoft.com/office/drawing/2014/main" id="{C6057537-331B-7DF1-6EBA-4AC2F3DEE9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8622" y="-709030"/>
            <a:ext cx="7489664" cy="89264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화면 슬라이드 쇼(4:3)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Byeongcheol Kim</cp:lastModifiedBy>
  <cp:revision>2</cp:revision>
  <dcterms:created xsi:type="dcterms:W3CDTF">2013-01-27T09:14:16Z</dcterms:created>
  <dcterms:modified xsi:type="dcterms:W3CDTF">2026-04-28T07:27:51Z</dcterms:modified>
  <cp:category/>
</cp:coreProperties>
</file>